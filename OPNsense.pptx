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7" r:id="rId13"/>
    <p:sldId id="266" r:id="rId14"/>
    <p:sldId id="268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09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7373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Project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1480" y="248716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Office Network Security Using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OPNsense Firewall &amp; Suricata IDS/IPS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340156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Ms. Mahnoor Gillani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University, Aerospace &amp; Aviation Campus, Kamra | May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6480" y="274320"/>
            <a:ext cx="2788920" cy="457200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26480" y="274320"/>
            <a:ext cx="2788920" cy="384048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6480" y="2743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TEAM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749808"/>
            <a:ext cx="2697480" cy="54864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63640" y="786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Haleema Abid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63640" y="10241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245053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408176"/>
            <a:ext cx="2697480" cy="5486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14447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Marrij Ali Khan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63640" y="16824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245073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2066544"/>
            <a:ext cx="2697480" cy="54864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63640" y="2103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 Shehzadi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63640" y="2340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245095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2724912"/>
            <a:ext cx="2697480" cy="5486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63640" y="27614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Huzaifah Zaid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29992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245099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172200" y="3383280"/>
            <a:ext cx="2697480" cy="548640"/>
          </a:xfrm>
          <a:prstGeom prst="rect">
            <a:avLst/>
          </a:prstGeom>
          <a:solidFill>
            <a:srgbClr val="222222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63640" y="34198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Andleeb Jan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63640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245097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72200" y="4041648"/>
            <a:ext cx="2697480" cy="5486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263640" y="40782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Hamza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63640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245057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356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1399032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1325880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19272" y="1325880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19272" y="1325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14356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1399032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27064" y="1325880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27064" y="1325880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27064" y="1325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143560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51192" y="1399032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1480" y="2532888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11480" y="2532888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11480" y="253288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264261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35608" y="2606040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319272" y="2532888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319272" y="2532888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3319272" y="253288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632" y="2642616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343400" y="2606040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IDS/IPS Setup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27064" y="2532888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27064" y="2532888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6227064" y="2532888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2642616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51192" y="2606040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Monitoring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11480" y="3739896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11480" y="3739896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9"/>
          <p:cNvSpPr/>
          <p:nvPr/>
        </p:nvSpPr>
        <p:spPr>
          <a:xfrm>
            <a:off x="411480" y="3739896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3849624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435608" y="3813048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Detection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319272" y="3739896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3319272" y="3739896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3319272" y="3739896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632" y="3849624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343400" y="3813048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Dynamic Management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6227064" y="3739896"/>
            <a:ext cx="2743200" cy="105156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6227064" y="3739896"/>
            <a:ext cx="502920" cy="105156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/>
          <p:nvPr/>
        </p:nvSpPr>
        <p:spPr>
          <a:xfrm>
            <a:off x="6227064" y="3739896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09</a:t>
            </a:r>
            <a:endParaRPr lang="en-US" sz="15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1424" y="3849624"/>
            <a:ext cx="347472" cy="34747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251192" y="3813048"/>
            <a:ext cx="1600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60520" cy="361188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4864" cy="361188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7784" y="1389888"/>
            <a:ext cx="3922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" y="1719072"/>
            <a:ext cx="3922776" cy="3081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networks face growing cyber threats daily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port scanning, DoS, brute force, data exfiltration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&amp; IDS/IPS form the primary line of defence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simulates a real office LAN environment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VMware virtualisation for a controlled test lab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98448"/>
            <a:ext cx="4069080" cy="361188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298448"/>
            <a:ext cx="54864" cy="361188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9744" y="138988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1719072"/>
            <a:ext cx="3831336" cy="3081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internal machines → lateral movement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port scanning across the LAN segment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SSH credential attacks (Hydra/rockyou)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 via HTTP/HTTPS (ports 80 / 443)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multi-layer defence (firewall + IDS + monitoring)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743200" cy="171907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743200" cy="457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463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4984" y="142646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OPNsense Firewall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9496" y="1956816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FreeBSD-based open-source firewall/router. Gateway at 10.0.0.2. Stateful inspection, NAT, Aliases, Live Log View.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298448"/>
            <a:ext cx="2743200" cy="171907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19272" y="1298448"/>
            <a:ext cx="2743200" cy="457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4630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22776" y="142646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IDS/IPS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47288" y="1956816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NIDS/IPS by OISF. PCAP live mode on LAN interface. ET Open rulesets + custom rules.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27064" y="1298448"/>
            <a:ext cx="2743200" cy="171907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27064" y="1298448"/>
            <a:ext cx="2743200" cy="457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630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0568" y="142646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(Attacker)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355080" y="1956816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actor at 10.0.0.73. Tools: nmap, hydra, netcat, ping — simulates compromised internal machine.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11480" y="3172968"/>
            <a:ext cx="2743200" cy="171907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11480" y="3172968"/>
            <a:ext cx="2743200" cy="457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33756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14984" y="330098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(Target)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9496" y="3831336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client at 10.0.0.62. Protected by firewall rules; retains full outbound internet access.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19272" y="3172968"/>
            <a:ext cx="2743200" cy="171907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319272" y="3172968"/>
            <a:ext cx="2743200" cy="457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33756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22776" y="330098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/ VirtualBox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47288" y="3831336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platform. All 3 VMs share a Host-Only/Internal adapter on the 10.0.0.0/24 LAN segment.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27064" y="3172968"/>
            <a:ext cx="2743200" cy="171907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227064" y="3172968"/>
            <a:ext cx="2743200" cy="457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3375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30568" y="330098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Open Rulesets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355080" y="3831336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signatures for DoS, port scan, brute force, and web attack detection. Updated 2026/05/13.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Network Topology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69164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(WAN)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938528"/>
            <a:ext cx="777240" cy="0"/>
          </a:xfrm>
          <a:prstGeom prst="line">
            <a:avLst/>
          </a:prstGeom>
          <a:noFill/>
          <a:ln w="381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WAN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80360" y="1252728"/>
            <a:ext cx="2331720" cy="1371600"/>
          </a:xfrm>
          <a:prstGeom prst="rect">
            <a:avLst/>
          </a:prstGeom>
          <a:solidFill>
            <a:srgbClr val="D4620A"/>
          </a:solidFill>
          <a:ln w="12700">
            <a:solidFill>
              <a:srgbClr val="FF8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1344168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56432" y="1344168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OPNsense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Firewall + IDS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10.0.0.2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12080" y="1938528"/>
            <a:ext cx="690372" cy="0"/>
          </a:xfrm>
          <a:prstGeom prst="line">
            <a:avLst/>
          </a:prstGeom>
          <a:noFill/>
          <a:ln w="381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212080" y="1600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LAN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89320" y="1188720"/>
            <a:ext cx="2743200" cy="960120"/>
          </a:xfrm>
          <a:prstGeom prst="rect">
            <a:avLst/>
          </a:prstGeom>
          <a:solidFill>
            <a:srgbClr val="280000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35040" y="11887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777"/>
                </a:solidFill>
              </a:rPr>
              <a:t>🐉  Kali Linux (Attacker)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7777"/>
                </a:solidFill>
              </a:rPr>
              <a:t>10.0.0.73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89320" y="2258568"/>
            <a:ext cx="2743200" cy="960120"/>
          </a:xfrm>
          <a:prstGeom prst="rect">
            <a:avLst/>
          </a:prstGeom>
          <a:solidFill>
            <a:srgbClr val="001830"/>
          </a:solidFill>
          <a:ln w="12700">
            <a:solidFill>
              <a:srgbClr val="2277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2258568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AAFF"/>
                </a:solidFill>
              </a:rPr>
              <a:t>🖥  Windows 10 (Client)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7AAFF"/>
                </a:solidFill>
              </a:rPr>
              <a:t>10.0.0.62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3337560"/>
            <a:ext cx="8321040" cy="148132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3337560"/>
            <a:ext cx="8321040" cy="329184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4360" y="3337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337560" y="3337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IP Address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49240" y="3337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" y="3703320"/>
            <a:ext cx="8321040" cy="347472"/>
          </a:xfrm>
          <a:prstGeom prst="rect">
            <a:avLst/>
          </a:prstGeom>
          <a:solidFill>
            <a:srgbClr val="2323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3703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OPNsense Firewall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37560" y="3703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2A"/>
                </a:solidFill>
              </a:rPr>
              <a:t>10.0.0.2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349240" y="37033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Gateway / Firewall / IDS Host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11480" y="4069080"/>
            <a:ext cx="8321040" cy="347472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94360" y="4069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Kali Linux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337560" y="4069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2A"/>
                </a:solidFill>
              </a:rPr>
              <a:t>10.0.0.73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349240" y="4069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Simulated Threat Actor (Attacker)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11480" y="4434840"/>
            <a:ext cx="8321040" cy="347472"/>
          </a:xfrm>
          <a:prstGeom prst="rect">
            <a:avLst/>
          </a:prstGeom>
          <a:solidFill>
            <a:srgbClr val="23232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94360" y="4434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Windows 10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33756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2A"/>
                </a:solidFill>
              </a:rPr>
              <a:t>10.0.0.62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49240" y="4434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Legitimate Internal Client (Target)</a:t>
            </a:r>
            <a:endParaRPr lang="en-US" sz="1000" dirty="0"/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BE122DA3-E917-30E2-AC3C-F862A43A26A6}"/>
              </a:ext>
            </a:extLst>
          </p:cNvPr>
          <p:cNvSpPr/>
          <p:nvPr/>
        </p:nvSpPr>
        <p:spPr>
          <a:xfrm>
            <a:off x="5902452" y="1097279"/>
            <a:ext cx="2916936" cy="2189989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— LAN Interface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288036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1335024"/>
            <a:ext cx="8247888" cy="2569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904488"/>
            <a:ext cx="83210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3904488"/>
            <a:ext cx="8174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OPNsense LAN Firewall Rules: 6 custom rules + 2 default rules (red = block, green = pass)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4279392"/>
            <a:ext cx="132588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11480" y="4279392"/>
            <a:ext cx="1325880" cy="23774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BLOCK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45354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Kali→Windows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01368" y="4279392"/>
            <a:ext cx="132588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801368" y="4279392"/>
            <a:ext cx="1325880" cy="23774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01368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BLOCK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801368" y="45354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HTTP (80)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91256" y="4279392"/>
            <a:ext cx="132588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191256" y="4279392"/>
            <a:ext cx="1325880" cy="23774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191256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BLOCK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191256" y="45354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SSH (22)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81144" y="4279392"/>
            <a:ext cx="132588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81144" y="4279392"/>
            <a:ext cx="1325880" cy="237744"/>
          </a:xfrm>
          <a:prstGeom prst="rect">
            <a:avLst/>
          </a:prstGeom>
          <a:solidFill>
            <a:srgbClr val="1E7A1E"/>
          </a:solidFill>
          <a:ln w="12700">
            <a:solidFill>
              <a:srgbClr val="1E7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81144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PASS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81144" y="45354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Windows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971032" y="4279392"/>
            <a:ext cx="132588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71032" y="4279392"/>
            <a:ext cx="1325880" cy="23774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71032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BLOCK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971032" y="45354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ICMP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360920" y="4279392"/>
            <a:ext cx="1325880" cy="62179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360920" y="4279392"/>
            <a:ext cx="1325880" cy="237744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360920" y="427939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BLOCK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360920" y="45354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Block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1 — RULES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&amp; Rule 3 — Configuration Details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251460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1335024"/>
            <a:ext cx="4041648" cy="2203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53872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35387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Action=Block, Interface=LAN, Protocol=Any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1298448"/>
            <a:ext cx="4114800" cy="251460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4296" y="1335024"/>
            <a:ext cx="4041648" cy="22037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17720" y="353872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90872" y="353872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1.3 — Rule 1: Source=10.0.0.73/32, Dest=10.0.0.62/32, Logging ON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1480" y="3950208"/>
            <a:ext cx="832104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11480" y="3950208"/>
            <a:ext cx="54864" cy="896112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8640" y="3986784"/>
            <a:ext cx="8046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ALL IPv4 traffic from Kali (10.0.0.73/32) to Windows (10.0.0.62/32) — any protocol, Quick match, Logging enabled.
</a:t>
            </a:r>
            <a:r>
              <a:rPr lang="en-US" sz="11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blocks TCP port 22 (SSH) from Kali to ANY destination — prevents SSH brute force against the entire network.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IDS/IPS — Setup &amp; Configuration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60520" cy="169164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1335024"/>
            <a:ext cx="4087368" cy="1380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2715768"/>
            <a:ext cx="416052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2715768"/>
            <a:ext cx="4014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tab: ET open/emerging-scan &amp; emerging-worm enabled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3017520"/>
            <a:ext cx="4160520" cy="141732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" y="3054096"/>
            <a:ext cx="4087368" cy="11064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4160520"/>
            <a:ext cx="416052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4632" y="4160520"/>
            <a:ext cx="4014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tab: DoS / Scan / Web Attack detection policies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63440" y="1298448"/>
            <a:ext cx="4069080" cy="14173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63440" y="1298448"/>
            <a:ext cx="54864" cy="1417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09744" y="138988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Enabled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09744" y="1719072"/>
            <a:ext cx="3831336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open/emerging-scan — port scan detection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open/emerging-dos — network worm detection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Updated: 2026/05/13 via Download &amp; Update Rules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2834640"/>
            <a:ext cx="4069080" cy="1481328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63440" y="2834640"/>
            <a:ext cx="54864" cy="1481328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09744" y="2926080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Policies (3)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09744" y="3255264"/>
            <a:ext cx="383133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Attack Detection → emerging-dos.rules → Alert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Scan Detection → emerging-scan.rules → Alert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Attack Detection → tor.rules → Alert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Priority 1, IDS mode (alert only, no block)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2 — IDS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— General Settings &amp; Custom Rule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237744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340156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340156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PCAP live mode, LAN interface, syslog alerts, weekly log rotation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1298448"/>
            <a:ext cx="4114800" cy="237744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03934"/>
            <a:ext cx="4114800" cy="20665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17720" y="340156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90872" y="340156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Defined tab: 'Kali Linux Traffic Detection' alert rule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1480" y="3730752"/>
            <a:ext cx="8321040" cy="1115568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11480" y="3730752"/>
            <a:ext cx="54864" cy="1115568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8640" y="3767328"/>
            <a:ext cx="8046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Settings: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mode = PCAP live (IDS), Promiscuous mode ON, Interface = LAN, Syslog alerts enabled, Rotate = Weekly, Save 4 log files.
</a:t>
            </a:r>
            <a:r>
              <a:rPr lang="en-US" sz="105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rule with Action=Alert, Description='Kali Linux Traffic Detection'. Alerts on ANY packet from 10.0.0.73, catching traffic that doesn't match standard ET signatures.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5984FB6-ECBA-4E93-BAD1-43DDF0F7F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357412"/>
            <a:ext cx="4114800" cy="2044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2 — ALERTS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IDS Alert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993392" cy="1170432"/>
          </a:xfrm>
          <a:prstGeom prst="rect">
            <a:avLst/>
          </a:prstGeom>
          <a:solidFill>
            <a:srgbClr val="F7F7F7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1956816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DNS Scan Alerts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Kali → OPNsense :53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32888" y="1261872"/>
            <a:ext cx="1993392" cy="1170432"/>
          </a:xfrm>
          <a:prstGeom prst="rect">
            <a:avLst/>
          </a:prstGeom>
          <a:solidFill>
            <a:srgbClr val="F7F7F7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2888" y="12984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532888" y="1956816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Kali→Win Alerts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32888" y="219456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Port scan via custom rule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54296" y="1261872"/>
            <a:ext cx="1993392" cy="1170432"/>
          </a:xfrm>
          <a:prstGeom prst="rect">
            <a:avLst/>
          </a:prstGeom>
          <a:solidFill>
            <a:srgbClr val="F7F7F7"/>
          </a:solidFill>
          <a:ln w="12700">
            <a:solidFill>
              <a:srgbClr val="993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54296" y="12984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93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54296" y="1956816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BruteForce 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54296" y="219456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SSH IPS mode alerts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75704" y="1261872"/>
            <a:ext cx="1993392" cy="1170432"/>
          </a:xfrm>
          <a:prstGeom prst="rect">
            <a:avLst/>
          </a:prstGeom>
          <a:solidFill>
            <a:srgbClr val="F7F7F7"/>
          </a:solidFill>
          <a:ln w="12700">
            <a:solidFill>
              <a:srgbClr val="1E7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75704" y="1298448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775704" y="1956816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Attack Block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75704" y="2194560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All Kali traffic stopped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578608"/>
            <a:ext cx="4114800" cy="2450592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2615184"/>
            <a:ext cx="4041648" cy="213969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1480" y="4754880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4632" y="475488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'Kali Linux scan traffic' alerts (DNS queries to :53)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17720" y="2578608"/>
            <a:ext cx="4114800" cy="2450592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4296" y="2615184"/>
            <a:ext cx="4041648" cy="213969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617720" y="4754880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690872" y="475488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'Kali Traffic To Windows Detected' alerts across 2 pages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6537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— Dynamic Firewall Rule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Aliases = named objects for IPs &amp; ports.  Update ONE alias → ALL linked rules update instantly — no manual editing needed.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2633472" cy="202996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2002536"/>
            <a:ext cx="2560320" cy="1719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3721608"/>
            <a:ext cx="2633472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4632" y="37216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now use 'kali' &amp; 'BlockedPorts' aliases instead of hardcoded values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1965960"/>
            <a:ext cx="2633472" cy="202996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91256" y="2002536"/>
            <a:ext cx="2560320" cy="17190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54680" y="3721608"/>
            <a:ext cx="2633472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227832" y="37216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BlockedPorts</a:t>
            </a: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alias: ports 22, 80, 443 — one edit updates all rules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97880" y="1965960"/>
            <a:ext cx="2633472" cy="202996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34456" y="2002536"/>
            <a:ext cx="2560320" cy="171907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897880" y="3721608"/>
            <a:ext cx="2633472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971032" y="372160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alias updated to new IP 10.0.0.100 covering IP change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11480" y="3995928"/>
            <a:ext cx="8321040" cy="105156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8056" y="4032504"/>
            <a:ext cx="8247888" cy="74066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84632" y="4773168"/>
            <a:ext cx="8174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from new IP 10.0.0.100 → 100% packet loss: alias propagated instantly to all 5 blocking rules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Firewall Rules —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114800" cy="202996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1335024"/>
            <a:ext cx="4041648" cy="17190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054096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30540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 scan from Kali: ports 22,80,135,139,445,5357 open on Windows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1298448"/>
            <a:ext cx="4114800" cy="202996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4296" y="1335024"/>
            <a:ext cx="4041648" cy="17190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17720" y="3054096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90872" y="305409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Rule 1 blocking 5 consecutive ICMP packets Kali→Windows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11480" y="3337560"/>
            <a:ext cx="4114800" cy="175564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8056" y="3374136"/>
            <a:ext cx="4041648" cy="144475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1480" y="481888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84632" y="481888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terminal: ping 10.0.0.62 → 100% packet loss (5 sent, 0 received)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17720" y="3337560"/>
            <a:ext cx="4114800" cy="175564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54296" y="3374136"/>
            <a:ext cx="4041648" cy="144475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617720" y="481888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690872" y="481888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port 22: all SSH attempts from Kali blocked by Rule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Monitoring — OPNsense Live 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233172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1335024"/>
            <a:ext cx="8247888" cy="2020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3355848"/>
            <a:ext cx="83210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3355848"/>
            <a:ext cx="8174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filtered src=10.0.0.73: ALL Kali traffic blocked (red rows), Rule 5 &amp; Rule 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3675888"/>
            <a:ext cx="4114800" cy="1444752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" y="3712464"/>
            <a:ext cx="4041648" cy="11338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4846320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4632" y="484632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repeated SSH block attempts from Kali to :22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17720" y="3675888"/>
            <a:ext cx="4114800" cy="1444752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54296" y="3712464"/>
            <a:ext cx="4041648" cy="11338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17720" y="4846320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690872" y="484632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Windows 10 traffic passing freely (green rows)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86537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Detection — Hydra SSH Attack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184708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" y="1335024"/>
            <a:ext cx="8247888" cy="15361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2871216"/>
            <a:ext cx="83210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4632" y="2871216"/>
            <a:ext cx="8174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SSH brute force (rockyou.txt, 14.3M passwords): ERROR — all children disabled. 0 valid credentials.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3127248"/>
            <a:ext cx="4114800" cy="201168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" y="3163824"/>
            <a:ext cx="4041648" cy="17007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486460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4632" y="486460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Suricata: 10 'BruteForce Block' entries in IPS mode (src 10.0.0.73 → :22)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17720" y="3127248"/>
            <a:ext cx="4114800" cy="2011680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54296" y="3163824"/>
            <a:ext cx="4041648" cy="170078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17720" y="4864608"/>
            <a:ext cx="411480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690872" y="4864608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rapid SSH connection attempts all blocked by Rule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8321040" cy="2834643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6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Kali→Windows (all protocols)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-c 5 10.0.0.62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100% packet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6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HTTP (port 80) from Kali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 / HTTP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Connection refused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6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SSH (port 22) from Kali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 -zv / hydra attack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0 connections, 0 creds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6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Windows full network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View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All traffic passing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6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ICMP from Kali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-c 5 10.0.0.62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100% packet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46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Catch-all: block remaining Kali traffic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UDP/DNS attempts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All blocked in Live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4279392"/>
            <a:ext cx="2679192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4279392"/>
            <a:ext cx="54864" cy="658368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" y="4297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20A"/>
                </a:solidFill>
              </a:rPr>
              <a:t>Suricata IDS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" y="45354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11 DNS scan + 51 Kali-to-Win alerts from custom rule. ET Open matched nmap SYN scans.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18688" y="4279392"/>
            <a:ext cx="2679192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18688" y="4279392"/>
            <a:ext cx="54864" cy="658368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346704" y="4297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20A"/>
                </a:solidFill>
              </a:rPr>
              <a:t>Live View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46704" y="45354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Every attack produced correct rule-labelled block entry. Zero false positives on Windows.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25896" y="4279392"/>
            <a:ext cx="2679192" cy="658368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25896" y="4279392"/>
            <a:ext cx="54864" cy="658368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3"/>
          <p:cNvSpPr/>
          <p:nvPr/>
        </p:nvSpPr>
        <p:spPr>
          <a:xfrm>
            <a:off x="6153912" y="4297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620A"/>
                </a:solidFill>
              </a:rPr>
              <a:t>Alias Update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53912" y="45354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Alias change .73→.100 propagated sub-second to all 5 rules. Instant 100% packet loss.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50876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11480" y="2231136"/>
            <a:ext cx="53035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2231136"/>
            <a:ext cx="347472" cy="4572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22311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231136"/>
            <a:ext cx="4828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security successfully implemented (OPNsense + Suricata)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743200"/>
            <a:ext cx="5303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2743200"/>
            <a:ext cx="347472" cy="4572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27432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743200"/>
            <a:ext cx="4828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firewall rules verified — 100% attack blocking, zero false positives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3255264"/>
            <a:ext cx="53035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1480" y="3255264"/>
            <a:ext cx="347472" cy="4572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325526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3255264"/>
            <a:ext cx="4828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detected port scans, DoS patterns &amp; brute force with precision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3767328"/>
            <a:ext cx="5303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3767328"/>
            <a:ext cx="347472" cy="4572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37673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" y="3767328"/>
            <a:ext cx="4828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Alias-based management: sub-second propagation, no manual rule edits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1480" y="4279392"/>
            <a:ext cx="5303520" cy="45720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11480" y="4279392"/>
            <a:ext cx="347472" cy="45720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1480" y="427939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279392"/>
            <a:ext cx="4828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directly applicable to real enterprise network security deployments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53328" y="274320"/>
            <a:ext cx="2852928" cy="4663440"/>
          </a:xfrm>
          <a:prstGeom prst="rect">
            <a:avLst/>
          </a:prstGeom>
          <a:solidFill>
            <a:srgbClr val="D4620A"/>
          </a:solidFill>
          <a:ln w="12700">
            <a:solidFill>
              <a:srgbClr val="D462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99048" y="347472"/>
            <a:ext cx="27614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SUMMARY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163056" y="1115568"/>
            <a:ext cx="2633472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99632" y="117043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095744" y="1243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</a:rPr>
              <a:t>Firewall Rules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63056" y="1847088"/>
            <a:ext cx="2633472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99632" y="190195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7095744" y="19751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</a:rPr>
              <a:t>Security Layers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163056" y="2578608"/>
            <a:ext cx="2633472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99632" y="26334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7095744" y="270662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</a:rPr>
              <a:t>IDS Alerts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63056" y="3310128"/>
            <a:ext cx="2633472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99632" y="336499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095744" y="343814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</a:rPr>
              <a:t>Block Rate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163056" y="4041648"/>
            <a:ext cx="2633472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199632" y="409651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7095744" y="416966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47472" y="470001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7777"/>
                </a:solidFill>
              </a:rPr>
              <a:t>Air University, Aerospace &amp; Aviation Campus, Kamra  |  BS Cyber Security  | 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1375</Words>
  <Application>Microsoft Office PowerPoint</Application>
  <PresentationFormat>On-screen Show (16:9)</PresentationFormat>
  <Paragraphs>245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 – OPNsense &amp; Suricata</dc:title>
  <dc:subject>PptxGenJS Presentation</dc:subject>
  <dc:creator>PptxGenJS</dc:creator>
  <cp:lastModifiedBy>Haleema Abid</cp:lastModifiedBy>
  <cp:revision>7</cp:revision>
  <dcterms:created xsi:type="dcterms:W3CDTF">2026-05-21T02:10:34Z</dcterms:created>
  <dcterms:modified xsi:type="dcterms:W3CDTF">2026-05-22T07:03:24Z</dcterms:modified>
</cp:coreProperties>
</file>